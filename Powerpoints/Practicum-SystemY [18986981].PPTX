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0" r:id="rId4"/>
    <p:sldId id="259" r:id="rId5"/>
    <p:sldId id="258" r:id="rId6"/>
    <p:sldId id="260" r:id="rId7"/>
    <p:sldId id="261" r:id="rId8"/>
    <p:sldId id="262" r:id="rId9"/>
    <p:sldId id="263" r:id="rId10"/>
    <p:sldId id="271" r:id="rId11"/>
    <p:sldId id="264" r:id="rId12"/>
    <p:sldId id="265" r:id="rId13"/>
    <p:sldId id="272" r:id="rId14"/>
    <p:sldId id="266" r:id="rId15"/>
    <p:sldId id="267" r:id="rId16"/>
    <p:sldId id="268" r:id="rId17"/>
    <p:sldId id="269" r:id="rId18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>
          <p15:clr>
            <a:srgbClr val="A4A3A4"/>
          </p15:clr>
        </p15:guide>
        <p15:guide id="2" orient="horz" pos="3838">
          <p15:clr>
            <a:srgbClr val="A4A3A4"/>
          </p15:clr>
        </p15:guide>
        <p15:guide id="3" pos="340">
          <p15:clr>
            <a:srgbClr val="A4A3A4"/>
          </p15:clr>
        </p15:guide>
        <p15:guide id="4" pos="5420">
          <p15:clr>
            <a:srgbClr val="A4A3A4"/>
          </p15:clr>
        </p15:guide>
        <p15:guide id="5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34" autoAdjust="0"/>
    <p:restoredTop sz="78136" autoAdjust="0"/>
  </p:normalViewPr>
  <p:slideViewPr>
    <p:cSldViewPr snapToGrid="0">
      <p:cViewPr varScale="1">
        <p:scale>
          <a:sx n="61" d="100"/>
          <a:sy n="61" d="100"/>
        </p:scale>
        <p:origin x="1686" y="66"/>
      </p:cViewPr>
      <p:guideLst>
        <p:guide orient="horz" pos="754"/>
        <p:guide orient="horz" pos="3838"/>
        <p:guide pos="340"/>
        <p:guide pos="54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35B726-3095-40E1-B2A5-37A9C9E77005}" type="datetimeFigureOut">
              <a:rPr lang="nl-BE" smtClean="0"/>
              <a:t>29/09/2015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F7E9FF-941E-42B6-BDE1-D9B0DCDB563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6463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Node: PC</a:t>
            </a:r>
            <a:r>
              <a:rPr lang="nl-BE" baseline="0" dirty="0" smtClean="0"/>
              <a:t> in het netwerk dat de software draait en een aantal bestanden lokaal heeft die in het netwerk gedeeld worden</a:t>
            </a:r>
          </a:p>
          <a:p>
            <a:endParaRPr lang="nl-BE" baseline="0" dirty="0" smtClean="0"/>
          </a:p>
          <a:p>
            <a:r>
              <a:rPr lang="nl-BE" baseline="0" dirty="0" err="1" smtClean="0"/>
              <a:t>Nameserver</a:t>
            </a:r>
            <a:r>
              <a:rPr lang="nl-BE" baseline="0" dirty="0" smtClean="0"/>
              <a:t>: aparte PC die een lijst bevat van alle </a:t>
            </a:r>
            <a:r>
              <a:rPr lang="nl-BE" baseline="0" dirty="0" err="1" smtClean="0"/>
              <a:t>Nodes</a:t>
            </a:r>
            <a:r>
              <a:rPr lang="nl-BE" baseline="0" dirty="0" smtClean="0"/>
              <a:t> met hun ID en IP adres en kan ook locatie van bestanden terug geven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F7E9FF-941E-42B6-BDE1-D9B0DCDB5635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95807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Replicatie: gebeurd automatisch in de achtergrond en aan de hand van</a:t>
            </a:r>
            <a:r>
              <a:rPr lang="nl-BE" baseline="0" dirty="0" smtClean="0"/>
              <a:t> een bestand </a:t>
            </a:r>
            <a:r>
              <a:rPr lang="nl-BE" baseline="0" dirty="0" err="1" smtClean="0"/>
              <a:t>id</a:t>
            </a:r>
            <a:r>
              <a:rPr lang="nl-BE" baseline="0" dirty="0" smtClean="0"/>
              <a:t> en node </a:t>
            </a:r>
            <a:r>
              <a:rPr lang="nl-BE" baseline="0" dirty="0" err="1" smtClean="0"/>
              <a:t>id</a:t>
            </a:r>
            <a:r>
              <a:rPr lang="nl-BE" baseline="0" dirty="0" smtClean="0"/>
              <a:t> 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F7E9FF-941E-42B6-BDE1-D9B0DCDB5635}" type="slidenum">
              <a:rPr lang="nl-BE" smtClean="0"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20023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Wanneer er een nieuwe</a:t>
            </a:r>
            <a:r>
              <a:rPr lang="nl-BE" baseline="0" dirty="0" smtClean="0"/>
              <a:t> node wordt toegevoegd, moet deze zicht automatische kunnen plaatsen in het netwerk en moet alles geüpdatet worden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F7E9FF-941E-42B6-BDE1-D9B0DCDB5635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15805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De agent</a:t>
            </a:r>
            <a:r>
              <a:rPr lang="nl-BE" baseline="0" dirty="0" smtClean="0"/>
              <a:t> is een “object” dat van de node naar node gaat in het netwerk. De agent bevat een lijst van alle bestanden die beschikbaar zijn in het netwerk.</a:t>
            </a:r>
          </a:p>
          <a:p>
            <a:endParaRPr lang="nl-BE" baseline="0" dirty="0" smtClean="0"/>
          </a:p>
          <a:p>
            <a:r>
              <a:rPr lang="nl-BE" baseline="0" dirty="0" smtClean="0"/>
              <a:t>De agent updatet de lokale lijst van een node, maar de node update ook de lijst van agent als er nieuwe lokale bestanden zijn</a:t>
            </a:r>
          </a:p>
          <a:p>
            <a:endParaRPr lang="nl-BE" baseline="0" dirty="0" smtClean="0"/>
          </a:p>
          <a:p>
            <a:r>
              <a:rPr lang="nl-BE" baseline="0" dirty="0" smtClean="0"/>
              <a:t> 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F7E9FF-941E-42B6-BDE1-D9B0DCDB5635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3228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De agent</a:t>
            </a:r>
            <a:r>
              <a:rPr lang="nl-BE" baseline="0" dirty="0" smtClean="0"/>
              <a:t> is een “object” dat van de node naar node gaat in het netwerk. De agent bevat een lijst van alle bestanden die beschikbaar zijn in het netwerk.</a:t>
            </a:r>
          </a:p>
          <a:p>
            <a:endParaRPr lang="nl-BE" baseline="0" dirty="0" smtClean="0"/>
          </a:p>
          <a:p>
            <a:r>
              <a:rPr lang="nl-BE" baseline="0" dirty="0" smtClean="0"/>
              <a:t>De agent updatet de lokale lijst van een node, maar de node update ook de lijst van agent als er nieuwe lokale bestanden zijn</a:t>
            </a:r>
          </a:p>
          <a:p>
            <a:endParaRPr lang="nl-BE" baseline="0" dirty="0" smtClean="0"/>
          </a:p>
          <a:p>
            <a:r>
              <a:rPr lang="nl-BE" baseline="0" dirty="0" smtClean="0"/>
              <a:t> 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F7E9FF-941E-42B6-BDE1-D9B0DCDB5635}" type="slidenum">
              <a:rPr lang="nl-BE" smtClean="0"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0703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F7E9FF-941E-42B6-BDE1-D9B0DCDB5635}" type="slidenum">
              <a:rPr lang="nl-BE" smtClean="0"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19256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Wanneer de optie</a:t>
            </a:r>
            <a:r>
              <a:rPr lang="nl-BE" baseline="0" dirty="0" smtClean="0"/>
              <a:t> open er staat, is het bestand lokaal beschikbaar</a:t>
            </a:r>
          </a:p>
          <a:p>
            <a:endParaRPr lang="nl-BE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 smtClean="0"/>
              <a:t>Wanneer de optie</a:t>
            </a:r>
            <a:r>
              <a:rPr lang="nl-BE" baseline="0" dirty="0" smtClean="0"/>
              <a:t> open er staat, is het bestand in het netwerk beschikbaar, maar niet lokaal</a:t>
            </a:r>
          </a:p>
          <a:p>
            <a:endParaRPr lang="nl-BE" dirty="0" smtClean="0"/>
          </a:p>
          <a:p>
            <a:r>
              <a:rPr lang="nl-BE" dirty="0" smtClean="0"/>
              <a:t>MVC:</a:t>
            </a:r>
            <a:r>
              <a:rPr lang="nl-BE" baseline="0" dirty="0" smtClean="0"/>
              <a:t> gui staat los van de controle code  </a:t>
            </a:r>
            <a:r>
              <a:rPr lang="nl-BE" baseline="0" dirty="0" smtClean="0">
                <a:sym typeface="Wingdings" panose="05000000000000000000" pitchFamily="2" charset="2"/>
              </a:rPr>
              <a:t> alles moet ook via </a:t>
            </a:r>
            <a:r>
              <a:rPr lang="nl-BE" baseline="0" dirty="0" err="1" smtClean="0">
                <a:sym typeface="Wingdings" panose="05000000000000000000" pitchFamily="2" charset="2"/>
              </a:rPr>
              <a:t>command</a:t>
            </a:r>
            <a:r>
              <a:rPr lang="nl-BE" baseline="0" dirty="0" smtClean="0">
                <a:sym typeface="Wingdings" panose="05000000000000000000" pitchFamily="2" charset="2"/>
              </a:rPr>
              <a:t> line kunnen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F7E9FF-941E-42B6-BDE1-D9B0DCDB5635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527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F7E9FF-941E-42B6-BDE1-D9B0DCDB5635}" type="slidenum">
              <a:rPr lang="nl-BE" smtClean="0"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75314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00" y="5191996"/>
            <a:ext cx="9154800" cy="166709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39750" y="1196975"/>
            <a:ext cx="8064500" cy="2160017"/>
          </a:xfrm>
        </p:spPr>
        <p:txBody>
          <a:bodyPr lIns="72000" rIns="72000" anchor="b" anchorCtr="0">
            <a:no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en-GB" noProof="0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539750" y="3645024"/>
            <a:ext cx="8064500" cy="1656184"/>
          </a:xfrm>
        </p:spPr>
        <p:txBody>
          <a:bodyPr lIns="72000" rIns="7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noProof="0" smtClean="0"/>
              <a:t>Klik om de ondertitelstijl van het model te bewerken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1962942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 hasCustomPrompt="1"/>
          </p:nvPr>
        </p:nvSpPr>
        <p:spPr>
          <a:xfrm>
            <a:off x="-9246" y="-6037"/>
            <a:ext cx="9153245" cy="6852793"/>
          </a:xfrm>
        </p:spPr>
        <p:txBody>
          <a:bodyPr/>
          <a:lstStyle>
            <a:lvl1pPr>
              <a:defRPr/>
            </a:lvl1pPr>
          </a:lstStyle>
          <a:p>
            <a:r>
              <a:rPr lang="nl-NL" dirty="0" smtClean="0"/>
              <a:t>Click on the pictogram </a:t>
            </a:r>
            <a:r>
              <a:rPr lang="nl-NL" dirty="0" err="1" smtClean="0"/>
              <a:t>to</a:t>
            </a:r>
            <a:r>
              <a:rPr lang="nl-NL" dirty="0" smtClean="0"/>
              <a:t> </a:t>
            </a:r>
            <a:r>
              <a:rPr lang="nl-NL" dirty="0" err="1" smtClean="0"/>
              <a:t>insert</a:t>
            </a:r>
            <a:r>
              <a:rPr lang="nl-NL" dirty="0" smtClean="0"/>
              <a:t> </a:t>
            </a:r>
            <a:r>
              <a:rPr lang="nl-NL" dirty="0" err="1" smtClean="0"/>
              <a:t>an</a:t>
            </a:r>
            <a:r>
              <a:rPr lang="nl-NL" dirty="0" smtClean="0"/>
              <a:t> image</a:t>
            </a:r>
            <a:endParaRPr lang="nl-NL" dirty="0"/>
          </a:p>
        </p:txBody>
      </p:sp>
      <p:sp>
        <p:nvSpPr>
          <p:cNvPr id="8" name="Tijdelijke aanduiding voor afbeelding 7"/>
          <p:cNvSpPr>
            <a:spLocks noGrp="1"/>
          </p:cNvSpPr>
          <p:nvPr>
            <p:ph type="pic" sz="quarter" idx="13" hasCustomPrompt="1"/>
          </p:nvPr>
        </p:nvSpPr>
        <p:spPr>
          <a:xfrm>
            <a:off x="-9245" y="5197559"/>
            <a:ext cx="9162000" cy="166261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nl-BE" dirty="0" smtClean="0"/>
              <a:t>Copy the large, bleu </a:t>
            </a:r>
            <a:r>
              <a:rPr lang="nl-BE" dirty="0" err="1" smtClean="0"/>
              <a:t>curved</a:t>
            </a:r>
            <a:r>
              <a:rPr lang="nl-BE" dirty="0" smtClean="0"/>
              <a:t> logo </a:t>
            </a:r>
            <a:r>
              <a:rPr lang="nl-BE" dirty="0" err="1" smtClean="0"/>
              <a:t>footer</a:t>
            </a:r>
            <a:r>
              <a:rPr lang="nl-BE" dirty="0" smtClean="0"/>
              <a:t> </a:t>
            </a:r>
            <a:r>
              <a:rPr lang="nl-BE" dirty="0" err="1" smtClean="0"/>
              <a:t>from</a:t>
            </a:r>
            <a:r>
              <a:rPr lang="nl-BE" dirty="0" smtClean="0"/>
              <a:t> </a:t>
            </a:r>
            <a:r>
              <a:rPr lang="nl-BE" dirty="0" err="1" smtClean="0"/>
              <a:t>another</a:t>
            </a:r>
            <a:r>
              <a:rPr lang="nl-BE" dirty="0" smtClean="0"/>
              <a:t> slide </a:t>
            </a:r>
            <a:r>
              <a:rPr lang="nl-BE" dirty="0" err="1" smtClean="0"/>
              <a:t>and</a:t>
            </a:r>
            <a:r>
              <a:rPr lang="nl-BE" dirty="0" smtClean="0"/>
              <a:t> paste </a:t>
            </a:r>
            <a:r>
              <a:rPr lang="nl-BE" dirty="0" err="1" smtClean="0"/>
              <a:t>it</a:t>
            </a:r>
            <a:r>
              <a:rPr lang="nl-BE" dirty="0" smtClean="0"/>
              <a:t> </a:t>
            </a:r>
            <a:r>
              <a:rPr lang="nl-BE" dirty="0" err="1" smtClean="0"/>
              <a:t>here</a:t>
            </a:r>
            <a:r>
              <a:rPr lang="nl-BE" dirty="0" smtClean="0"/>
              <a:t>. Make </a:t>
            </a:r>
            <a:r>
              <a:rPr lang="nl-BE" dirty="0" err="1" smtClean="0"/>
              <a:t>sure</a:t>
            </a:r>
            <a:r>
              <a:rPr lang="nl-BE" dirty="0" smtClean="0"/>
              <a:t> </a:t>
            </a:r>
            <a:r>
              <a:rPr lang="nl-BE" dirty="0" err="1" smtClean="0"/>
              <a:t>that</a:t>
            </a:r>
            <a:r>
              <a:rPr lang="nl-BE" dirty="0" smtClean="0"/>
              <a:t> the picture is </a:t>
            </a:r>
            <a:r>
              <a:rPr lang="nl-BE" dirty="0" err="1" smtClean="0"/>
              <a:t>positioned</a:t>
            </a:r>
            <a:r>
              <a:rPr lang="nl-BE" dirty="0" smtClean="0"/>
              <a:t> </a:t>
            </a:r>
            <a:r>
              <a:rPr lang="nl-BE" dirty="0" err="1" smtClean="0"/>
              <a:t>behind</a:t>
            </a:r>
            <a:r>
              <a:rPr lang="nl-BE" dirty="0" smtClean="0"/>
              <a:t> the </a:t>
            </a:r>
            <a:r>
              <a:rPr lang="nl-BE" dirty="0" err="1" smtClean="0"/>
              <a:t>footer</a:t>
            </a:r>
            <a:r>
              <a:rPr lang="nl-BE" dirty="0" smtClean="0"/>
              <a:t>.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39750" y="2730292"/>
            <a:ext cx="8064500" cy="626701"/>
          </a:xfrm>
          <a:solidFill>
            <a:schemeClr val="accent4">
              <a:alpha val="75000"/>
            </a:schemeClr>
          </a:solidFill>
        </p:spPr>
        <p:txBody>
          <a:bodyPr lIns="72000" tIns="36000" rIns="72000" bIns="36000" anchor="b" anchorCtr="0">
            <a:sp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39750" y="3645024"/>
            <a:ext cx="8064500" cy="472813"/>
          </a:xfrm>
          <a:solidFill>
            <a:schemeClr val="accent4">
              <a:alpha val="75000"/>
            </a:schemeClr>
          </a:solidFill>
        </p:spPr>
        <p:txBody>
          <a:bodyPr lIns="72000" tIns="36000" rIns="72000" bIns="36000">
            <a:spAutoFit/>
          </a:bodyPr>
          <a:lstStyle>
            <a:lvl1pPr marL="0" indent="0" algn="l"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1082348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24562"/>
            <a:ext cx="9162000" cy="83507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9750" y="1700808"/>
            <a:ext cx="8064500" cy="1656184"/>
          </a:xfrm>
        </p:spPr>
        <p:txBody>
          <a:bodyPr lIns="72000" rIns="72000" anchor="b" anchorCtr="0">
            <a:noAutofit/>
          </a:bodyPr>
          <a:lstStyle>
            <a:lvl1pPr algn="l">
              <a:defRPr sz="3600" b="1" cap="none"/>
            </a:lvl1pPr>
          </a:lstStyle>
          <a:p>
            <a:r>
              <a:rPr lang="nl-NL" smtClean="0"/>
              <a:t>Klik om de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39750" y="1196975"/>
            <a:ext cx="8064500" cy="503833"/>
          </a:xfrm>
        </p:spPr>
        <p:txBody>
          <a:bodyPr lIns="72000" rIns="72000" anchor="b">
            <a:noAutofit/>
          </a:bodyPr>
          <a:lstStyle>
            <a:lvl1pPr marL="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3591-0879-46AD-9582-0D174F07BD07}" type="datetime1">
              <a:rPr lang="nl-NL" smtClean="0"/>
              <a:t>29-9-2015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presentation sample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1775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24562"/>
            <a:ext cx="9162000" cy="83507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smtClean="0"/>
              <a:t>Klik om de stijl te bewerken</a:t>
            </a:r>
            <a:endParaRPr lang="en-GB" noProof="0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39552" y="1196976"/>
            <a:ext cx="8064896" cy="4895850"/>
          </a:xfrm>
        </p:spPr>
        <p:txBody>
          <a:bodyPr/>
          <a:lstStyle>
            <a:lvl2pPr marL="216000" indent="-216000">
              <a:defRPr sz="2600"/>
            </a:lvl2pPr>
            <a:lvl3pPr marL="576000" indent="-216000">
              <a:defRPr sz="2400"/>
            </a:lvl3pPr>
            <a:lvl4pPr marL="936000" indent="-216000">
              <a:defRPr sz="2200"/>
            </a:lvl4pPr>
            <a:lvl5pPr marL="1296000" indent="-216000">
              <a:defRPr/>
            </a:lvl5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C246D-1F25-4C30-8500-32DDE63D39AA}" type="datetime1">
              <a:rPr lang="nl-NL" smtClean="0"/>
              <a:t>29-9-2015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presentation sample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0722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24562"/>
            <a:ext cx="9162000" cy="83507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539750" y="1196976"/>
            <a:ext cx="3960242" cy="4895849"/>
          </a:xfrm>
        </p:spPr>
        <p:txBody>
          <a:bodyPr/>
          <a:lstStyle>
            <a:lvl1pPr>
              <a:defRPr sz="2800"/>
            </a:lvl1pPr>
            <a:lvl2pPr marL="285750" indent="-285750">
              <a:defRPr sz="2400"/>
            </a:lvl2pPr>
            <a:lvl3pPr marL="538163" indent="-228600">
              <a:defRPr sz="2000"/>
            </a:lvl3pPr>
            <a:lvl4pPr marL="804863" indent="-228600">
              <a:defRPr sz="1800"/>
            </a:lvl4pPr>
            <a:lvl5pPr marL="1084263" indent="-228600"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4008" y="1196976"/>
            <a:ext cx="3960242" cy="4895849"/>
          </a:xfrm>
        </p:spPr>
        <p:txBody>
          <a:bodyPr/>
          <a:lstStyle>
            <a:lvl1pPr>
              <a:defRPr sz="2800"/>
            </a:lvl1pPr>
            <a:lvl2pPr marL="285750" indent="-285750">
              <a:defRPr sz="2400"/>
            </a:lvl2pPr>
            <a:lvl3pPr marL="538163" indent="-228600">
              <a:defRPr sz="2000"/>
            </a:lvl3pPr>
            <a:lvl4pPr marL="804863" indent="-228600">
              <a:defRPr sz="1800"/>
            </a:lvl4pPr>
            <a:lvl5pPr marL="1084263" indent="-228600"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FA1FB-674A-4817-9225-B8C94CE5BF52}" type="datetime1">
              <a:rPr lang="nl-NL" smtClean="0"/>
              <a:t>29-9-2015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presentation sample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02426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24562"/>
            <a:ext cx="9162000" cy="83507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Klik om de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 hasCustomPrompt="1"/>
          </p:nvPr>
        </p:nvSpPr>
        <p:spPr>
          <a:xfrm>
            <a:off x="539552" y="1196975"/>
            <a:ext cx="3957836" cy="791865"/>
          </a:xfrm>
          <a:solidFill>
            <a:schemeClr val="accent4"/>
          </a:solidFill>
        </p:spPr>
        <p:txBody>
          <a:bodyPr lIns="72000" rIns="72000" anchor="b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title style</a:t>
            </a:r>
            <a:endParaRPr lang="nl-NL" dirty="0" smtClean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39552" y="2060848"/>
            <a:ext cx="3957836" cy="4031977"/>
          </a:xfrm>
        </p:spPr>
        <p:txBody>
          <a:bodyPr/>
          <a:lstStyle>
            <a:lvl1pPr>
              <a:defRPr sz="2400"/>
            </a:lvl1pPr>
            <a:lvl2pPr marL="285750" indent="-285750">
              <a:defRPr sz="2000"/>
            </a:lvl2pPr>
            <a:lvl3pPr marL="538163" indent="-228600">
              <a:defRPr sz="1800"/>
            </a:lvl3pPr>
            <a:lvl4pPr marL="804863" indent="-228600">
              <a:defRPr sz="1600"/>
            </a:lvl4pPr>
            <a:lvl5pPr marL="1084263" indent="-228600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 dirty="0" smtClean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196975"/>
            <a:ext cx="3959225" cy="791865"/>
          </a:xfrm>
          <a:solidFill>
            <a:schemeClr val="accent4"/>
          </a:solidFill>
        </p:spPr>
        <p:txBody>
          <a:bodyPr lIns="72000" rIns="72000" anchor="b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title style</a:t>
            </a:r>
            <a:endParaRPr lang="nl-NL" dirty="0" smtClean="0"/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060848"/>
            <a:ext cx="3959225" cy="4031977"/>
          </a:xfrm>
        </p:spPr>
        <p:txBody>
          <a:bodyPr/>
          <a:lstStyle>
            <a:lvl1pPr>
              <a:defRPr sz="2400"/>
            </a:lvl1pPr>
            <a:lvl2pPr marL="285750" indent="-285750">
              <a:defRPr sz="2000"/>
            </a:lvl2pPr>
            <a:lvl3pPr marL="538163" indent="-228600">
              <a:defRPr sz="1800"/>
            </a:lvl3pPr>
            <a:lvl4pPr marL="804863" indent="-228600">
              <a:defRPr sz="1600"/>
            </a:lvl4pPr>
            <a:lvl5pPr marL="1084263" indent="-228600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 dirty="0" smtClean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5F3B-B7AE-4DB5-9A74-D9CE43F9D19A}" type="datetime1">
              <a:rPr lang="nl-NL" smtClean="0"/>
              <a:t>29-9-2015</a:t>
            </a:fld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presentation sample</a:t>
            </a:r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713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24562"/>
            <a:ext cx="9162000" cy="83507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E53C-CBC2-4D0D-BE79-AC7B9332A2E4}" type="datetime1">
              <a:rPr lang="nl-NL" smtClean="0"/>
              <a:t>29-9-2015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presentation sample</a:t>
            </a: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5248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24562"/>
            <a:ext cx="9162000" cy="835079"/>
          </a:xfrm>
          <a:prstGeom prst="rect">
            <a:avLst/>
          </a:prstGeom>
        </p:spPr>
      </p:pic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D236E-6308-42DA-9521-065242E67706}" type="datetime1">
              <a:rPr lang="nl-NL" smtClean="0"/>
              <a:t>29-9-2015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presentation sample</a:t>
            </a:r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466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24562"/>
            <a:ext cx="9162000" cy="83507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9750" y="5013176"/>
            <a:ext cx="80645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 smtClean="0"/>
              <a:t>Klik om de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539750" y="5590455"/>
            <a:ext cx="8064500" cy="411257"/>
          </a:xfrm>
        </p:spPr>
        <p:txBody>
          <a:bodyPr>
            <a:spAutoFit/>
          </a:bodyPr>
          <a:lstStyle>
            <a:lvl1pPr marL="0" indent="0">
              <a:buNone/>
              <a:defRPr sz="2200">
                <a:solidFill>
                  <a:schemeClr val="accent3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DA56-D034-4608-9254-05EC00C23D20}" type="datetime1">
              <a:rPr lang="nl-NL" smtClean="0"/>
              <a:t>29-9-2015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presentation sample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 hasCustomPrompt="1"/>
          </p:nvPr>
        </p:nvSpPr>
        <p:spPr>
          <a:xfrm>
            <a:off x="545668" y="0"/>
            <a:ext cx="8058582" cy="4984577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 smtClean="0"/>
              <a:t>Click on the pictogram to insert an illustration, a graph, a table or a movie</a:t>
            </a:r>
          </a:p>
        </p:txBody>
      </p:sp>
    </p:spTree>
    <p:extLst>
      <p:ext uri="{BB962C8B-B14F-4D97-AF65-F5344CB8AC3E}">
        <p14:creationId xmlns:p14="http://schemas.microsoft.com/office/powerpoint/2010/main" val="1002059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full page zonder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9144000" cy="676930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 dirty="0" smtClean="0"/>
              <a:t>Click on the pictogram </a:t>
            </a:r>
            <a:r>
              <a:rPr lang="nl-NL" dirty="0" err="1" smtClean="0"/>
              <a:t>to</a:t>
            </a:r>
            <a:r>
              <a:rPr lang="nl-NL" dirty="0" smtClean="0"/>
              <a:t> </a:t>
            </a:r>
            <a:r>
              <a:rPr lang="nl-NL" dirty="0" err="1" smtClean="0"/>
              <a:t>insert</a:t>
            </a:r>
            <a:r>
              <a:rPr lang="nl-NL" dirty="0" smtClean="0"/>
              <a:t> </a:t>
            </a:r>
            <a:r>
              <a:rPr lang="nl-NL" dirty="0" err="1" smtClean="0"/>
              <a:t>an</a:t>
            </a:r>
            <a:r>
              <a:rPr lang="nl-NL" dirty="0" smtClean="0"/>
              <a:t> image</a:t>
            </a:r>
          </a:p>
        </p:txBody>
      </p:sp>
      <p:sp>
        <p:nvSpPr>
          <p:cNvPr id="12" name="Tijdelijke aanduiding voor afbeelding 11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6024562"/>
            <a:ext cx="9162000" cy="8334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nl-BE" dirty="0" smtClean="0"/>
              <a:t>Copy the small bleu </a:t>
            </a:r>
            <a:r>
              <a:rPr lang="nl-BE" dirty="0" err="1" smtClean="0"/>
              <a:t>footer</a:t>
            </a:r>
            <a:r>
              <a:rPr lang="nl-BE" dirty="0" smtClean="0"/>
              <a:t> </a:t>
            </a:r>
            <a:r>
              <a:rPr lang="nl-BE" dirty="0" err="1" smtClean="0"/>
              <a:t>from</a:t>
            </a:r>
            <a:r>
              <a:rPr lang="nl-BE" dirty="0" smtClean="0"/>
              <a:t> </a:t>
            </a:r>
            <a:r>
              <a:rPr lang="nl-BE" dirty="0" err="1" smtClean="0"/>
              <a:t>another</a:t>
            </a:r>
            <a:r>
              <a:rPr lang="nl-BE" dirty="0" smtClean="0"/>
              <a:t> slide </a:t>
            </a:r>
            <a:r>
              <a:rPr lang="nl-BE" dirty="0" err="1" smtClean="0"/>
              <a:t>and</a:t>
            </a:r>
            <a:r>
              <a:rPr lang="nl-BE" dirty="0" smtClean="0"/>
              <a:t> paste </a:t>
            </a:r>
            <a:r>
              <a:rPr lang="nl-BE" dirty="0" err="1" smtClean="0"/>
              <a:t>it</a:t>
            </a:r>
            <a:r>
              <a:rPr lang="nl-BE" dirty="0" smtClean="0"/>
              <a:t> </a:t>
            </a:r>
            <a:r>
              <a:rPr lang="nl-BE" dirty="0" err="1" smtClean="0"/>
              <a:t>here</a:t>
            </a:r>
            <a:r>
              <a:rPr lang="nl-BE" dirty="0" smtClean="0"/>
              <a:t>. Make </a:t>
            </a:r>
            <a:r>
              <a:rPr lang="nl-BE" dirty="0" err="1" smtClean="0"/>
              <a:t>sure</a:t>
            </a:r>
            <a:r>
              <a:rPr lang="nl-BE" dirty="0" smtClean="0"/>
              <a:t> </a:t>
            </a:r>
            <a:r>
              <a:rPr lang="nl-BE" dirty="0" err="1" smtClean="0"/>
              <a:t>that</a:t>
            </a:r>
            <a:r>
              <a:rPr lang="nl-BE" dirty="0" smtClean="0"/>
              <a:t> the picture is </a:t>
            </a:r>
            <a:r>
              <a:rPr lang="nl-BE" dirty="0" err="1" smtClean="0"/>
              <a:t>positioned</a:t>
            </a:r>
            <a:r>
              <a:rPr lang="nl-BE" dirty="0" smtClean="0"/>
              <a:t> </a:t>
            </a:r>
            <a:r>
              <a:rPr lang="nl-BE" dirty="0" err="1" smtClean="0"/>
              <a:t>behind</a:t>
            </a:r>
            <a:r>
              <a:rPr lang="nl-BE" dirty="0" smtClean="0"/>
              <a:t> the </a:t>
            </a:r>
            <a:r>
              <a:rPr lang="nl-BE" dirty="0" err="1" smtClean="0"/>
              <a:t>footer</a:t>
            </a:r>
            <a:r>
              <a:rPr lang="nl-BE" dirty="0" smtClean="0"/>
              <a:t>.</a:t>
            </a:r>
            <a:endParaRPr lang="nl-NL" dirty="0" smtClean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760A7-6202-4C5B-B798-73425609F823}" type="datetime1">
              <a:rPr lang="nl-NL" smtClean="0"/>
              <a:t>29-9-2015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voorbeeldpresentatie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02849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 dirty="0" smtClean="0"/>
              <a:t>Click on the pictogram </a:t>
            </a:r>
            <a:r>
              <a:rPr lang="nl-NL" dirty="0" err="1" smtClean="0"/>
              <a:t>to</a:t>
            </a:r>
            <a:r>
              <a:rPr lang="nl-NL" dirty="0" smtClean="0"/>
              <a:t> </a:t>
            </a:r>
            <a:r>
              <a:rPr lang="nl-NL" dirty="0" err="1" smtClean="0"/>
              <a:t>insert</a:t>
            </a:r>
            <a:r>
              <a:rPr lang="nl-NL" dirty="0" smtClean="0"/>
              <a:t> </a:t>
            </a:r>
            <a:r>
              <a:rPr lang="nl-NL" dirty="0" err="1" smtClean="0"/>
              <a:t>an</a:t>
            </a:r>
            <a:r>
              <a:rPr lang="nl-NL" dirty="0" smtClean="0"/>
              <a:t> image</a:t>
            </a:r>
          </a:p>
          <a:p>
            <a:endParaRPr lang="nl-NL" dirty="0"/>
          </a:p>
        </p:txBody>
      </p:sp>
      <p:sp>
        <p:nvSpPr>
          <p:cNvPr id="12" name="Tijdelijke aanduiding voor afbeelding 11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6024562"/>
            <a:ext cx="9162000" cy="8334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nl-BE" dirty="0" smtClean="0"/>
              <a:t>Copy the small bleu </a:t>
            </a:r>
            <a:r>
              <a:rPr lang="nl-BE" dirty="0" err="1" smtClean="0"/>
              <a:t>footer</a:t>
            </a:r>
            <a:r>
              <a:rPr lang="nl-BE" dirty="0" smtClean="0"/>
              <a:t> </a:t>
            </a:r>
            <a:r>
              <a:rPr lang="nl-BE" dirty="0" err="1" smtClean="0"/>
              <a:t>from</a:t>
            </a:r>
            <a:r>
              <a:rPr lang="nl-BE" dirty="0" smtClean="0"/>
              <a:t> </a:t>
            </a:r>
            <a:r>
              <a:rPr lang="nl-BE" dirty="0" err="1" smtClean="0"/>
              <a:t>another</a:t>
            </a:r>
            <a:r>
              <a:rPr lang="nl-BE" dirty="0" smtClean="0"/>
              <a:t> slide </a:t>
            </a:r>
            <a:r>
              <a:rPr lang="nl-BE" dirty="0" err="1" smtClean="0"/>
              <a:t>and</a:t>
            </a:r>
            <a:r>
              <a:rPr lang="nl-BE" dirty="0" smtClean="0"/>
              <a:t> paste </a:t>
            </a:r>
            <a:r>
              <a:rPr lang="nl-BE" dirty="0" err="1" smtClean="0"/>
              <a:t>it</a:t>
            </a:r>
            <a:r>
              <a:rPr lang="nl-BE" dirty="0" smtClean="0"/>
              <a:t> </a:t>
            </a:r>
            <a:r>
              <a:rPr lang="nl-BE" dirty="0" err="1" smtClean="0"/>
              <a:t>here</a:t>
            </a:r>
            <a:r>
              <a:rPr lang="nl-BE" dirty="0" smtClean="0"/>
              <a:t>. Make </a:t>
            </a:r>
            <a:r>
              <a:rPr lang="nl-BE" dirty="0" err="1" smtClean="0"/>
              <a:t>sure</a:t>
            </a:r>
            <a:r>
              <a:rPr lang="nl-BE" dirty="0" smtClean="0"/>
              <a:t> </a:t>
            </a:r>
            <a:r>
              <a:rPr lang="nl-BE" dirty="0" err="1" smtClean="0"/>
              <a:t>that</a:t>
            </a:r>
            <a:r>
              <a:rPr lang="nl-BE" dirty="0" smtClean="0"/>
              <a:t> the picture is </a:t>
            </a:r>
            <a:r>
              <a:rPr lang="nl-BE" dirty="0" err="1" smtClean="0"/>
              <a:t>positioned</a:t>
            </a:r>
            <a:r>
              <a:rPr lang="nl-BE" dirty="0" smtClean="0"/>
              <a:t> </a:t>
            </a:r>
            <a:r>
              <a:rPr lang="nl-BE" dirty="0" err="1" smtClean="0"/>
              <a:t>behind</a:t>
            </a:r>
            <a:r>
              <a:rPr lang="nl-BE" dirty="0" smtClean="0"/>
              <a:t> the </a:t>
            </a:r>
            <a:r>
              <a:rPr lang="nl-BE" dirty="0" err="1" smtClean="0"/>
              <a:t>footer</a:t>
            </a:r>
            <a:r>
              <a:rPr lang="nl-BE" dirty="0" smtClean="0"/>
              <a:t>.</a:t>
            </a:r>
            <a:endParaRPr lang="nl-NL" dirty="0" smtClean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B9C03-3D12-4CEF-B48A-0BFA09CB6C9F}" type="datetime1">
              <a:rPr lang="nl-NL" smtClean="0"/>
              <a:t>29-9-2015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presentation sample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‹#›</a:t>
            </a:fld>
            <a:endParaRPr lang="nl-NL"/>
          </a:p>
        </p:txBody>
      </p:sp>
      <p:sp>
        <p:nvSpPr>
          <p:cNvPr id="8" name="Ondertitel 2"/>
          <p:cNvSpPr>
            <a:spLocks noGrp="1"/>
          </p:cNvSpPr>
          <p:nvPr>
            <p:ph type="subTitle" idx="14" hasCustomPrompt="1"/>
          </p:nvPr>
        </p:nvSpPr>
        <p:spPr>
          <a:xfrm>
            <a:off x="539750" y="3645024"/>
            <a:ext cx="4032000" cy="472813"/>
          </a:xfrm>
          <a:solidFill>
            <a:schemeClr val="accent4">
              <a:alpha val="75000"/>
            </a:schemeClr>
          </a:solidFill>
        </p:spPr>
        <p:txBody>
          <a:bodyPr lIns="72000" tIns="36000" rIns="72000" bIns="36000">
            <a:spAutoFit/>
          </a:bodyPr>
          <a:lstStyle>
            <a:lvl1pPr marL="0" indent="0" algn="l"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 smtClean="0"/>
              <a:t>Click </a:t>
            </a:r>
            <a:r>
              <a:rPr lang="nl-NL" dirty="0" err="1" smtClean="0"/>
              <a:t>to</a:t>
            </a:r>
            <a:r>
              <a:rPr lang="nl-NL" dirty="0" smtClean="0"/>
              <a:t> </a:t>
            </a:r>
            <a:r>
              <a:rPr lang="nl-NL" dirty="0" err="1" smtClean="0"/>
              <a:t>insert</a:t>
            </a:r>
            <a:r>
              <a:rPr lang="nl-NL" dirty="0" smtClean="0"/>
              <a:t> </a:t>
            </a:r>
            <a:r>
              <a:rPr lang="nl-NL" dirty="0" err="1" smtClean="0"/>
              <a:t>text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6815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tekst en afbeelding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644008" y="0"/>
            <a:ext cx="4499992" cy="676930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 dirty="0" smtClean="0"/>
              <a:t>Click on the pictogram </a:t>
            </a:r>
            <a:r>
              <a:rPr lang="nl-NL" dirty="0" err="1" smtClean="0"/>
              <a:t>to</a:t>
            </a:r>
            <a:r>
              <a:rPr lang="nl-NL" dirty="0" smtClean="0"/>
              <a:t> </a:t>
            </a:r>
            <a:r>
              <a:rPr lang="nl-NL" dirty="0" err="1" smtClean="0"/>
              <a:t>insert</a:t>
            </a:r>
            <a:r>
              <a:rPr lang="nl-NL" dirty="0" smtClean="0"/>
              <a:t> </a:t>
            </a:r>
            <a:r>
              <a:rPr lang="nl-NL" dirty="0" err="1" smtClean="0"/>
              <a:t>an</a:t>
            </a:r>
            <a:r>
              <a:rPr lang="nl-NL" dirty="0" smtClean="0"/>
              <a:t> image</a:t>
            </a:r>
          </a:p>
        </p:txBody>
      </p:sp>
      <p:sp>
        <p:nvSpPr>
          <p:cNvPr id="12" name="Tijdelijke aanduiding voor afbeelding 11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6024562"/>
            <a:ext cx="9162000" cy="8334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nl-BE" dirty="0" smtClean="0"/>
              <a:t>Copy the small bleu </a:t>
            </a:r>
            <a:r>
              <a:rPr lang="nl-BE" dirty="0" err="1" smtClean="0"/>
              <a:t>footer</a:t>
            </a:r>
            <a:r>
              <a:rPr lang="nl-BE" dirty="0" smtClean="0"/>
              <a:t> </a:t>
            </a:r>
            <a:r>
              <a:rPr lang="nl-BE" dirty="0" err="1" smtClean="0"/>
              <a:t>from</a:t>
            </a:r>
            <a:r>
              <a:rPr lang="nl-BE" dirty="0" smtClean="0"/>
              <a:t> </a:t>
            </a:r>
            <a:r>
              <a:rPr lang="nl-BE" dirty="0" err="1" smtClean="0"/>
              <a:t>another</a:t>
            </a:r>
            <a:r>
              <a:rPr lang="nl-BE" dirty="0" smtClean="0"/>
              <a:t> slide </a:t>
            </a:r>
            <a:r>
              <a:rPr lang="nl-BE" dirty="0" err="1" smtClean="0"/>
              <a:t>and</a:t>
            </a:r>
            <a:r>
              <a:rPr lang="nl-BE" dirty="0" smtClean="0"/>
              <a:t> paste </a:t>
            </a:r>
            <a:r>
              <a:rPr lang="nl-BE" dirty="0" err="1" smtClean="0"/>
              <a:t>it</a:t>
            </a:r>
            <a:r>
              <a:rPr lang="nl-BE" dirty="0" smtClean="0"/>
              <a:t> </a:t>
            </a:r>
            <a:r>
              <a:rPr lang="nl-BE" dirty="0" err="1" smtClean="0"/>
              <a:t>here</a:t>
            </a:r>
            <a:r>
              <a:rPr lang="nl-BE" dirty="0" smtClean="0"/>
              <a:t>. Make </a:t>
            </a:r>
            <a:r>
              <a:rPr lang="nl-BE" dirty="0" err="1" smtClean="0"/>
              <a:t>sure</a:t>
            </a:r>
            <a:r>
              <a:rPr lang="nl-BE" dirty="0" smtClean="0"/>
              <a:t> </a:t>
            </a:r>
            <a:r>
              <a:rPr lang="nl-BE" dirty="0" err="1" smtClean="0"/>
              <a:t>that</a:t>
            </a:r>
            <a:r>
              <a:rPr lang="nl-BE" dirty="0" smtClean="0"/>
              <a:t> the picture is </a:t>
            </a:r>
            <a:r>
              <a:rPr lang="nl-BE" dirty="0" err="1" smtClean="0"/>
              <a:t>positioned</a:t>
            </a:r>
            <a:r>
              <a:rPr lang="nl-BE" dirty="0" smtClean="0"/>
              <a:t> </a:t>
            </a:r>
            <a:r>
              <a:rPr lang="nl-BE" dirty="0" err="1" smtClean="0"/>
              <a:t>behind</a:t>
            </a:r>
            <a:r>
              <a:rPr lang="nl-BE" dirty="0" smtClean="0"/>
              <a:t> the </a:t>
            </a:r>
            <a:r>
              <a:rPr lang="nl-BE" dirty="0" err="1" smtClean="0"/>
              <a:t>footer</a:t>
            </a:r>
            <a:r>
              <a:rPr lang="nl-BE" dirty="0" smtClean="0"/>
              <a:t>.</a:t>
            </a:r>
            <a:endParaRPr lang="nl-NL" dirty="0" smtClean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760A7-6202-4C5B-B798-73425609F823}" type="datetime1">
              <a:rPr lang="nl-NL" smtClean="0"/>
              <a:t>29-9-2015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voorbeeldpresentatie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540000" y="360000"/>
            <a:ext cx="3960000" cy="936105"/>
          </a:xfrm>
        </p:spPr>
        <p:txBody>
          <a:bodyPr/>
          <a:lstStyle/>
          <a:p>
            <a:r>
              <a:rPr lang="nl-NL" smtClean="0"/>
              <a:t>Klik om de stijl te bewerken</a:t>
            </a:r>
            <a:endParaRPr lang="nl-NL" dirty="0"/>
          </a:p>
        </p:txBody>
      </p:sp>
      <p:sp>
        <p:nvSpPr>
          <p:cNvPr id="13" name="Tijdelijke aanduiding voor inhoud 2"/>
          <p:cNvSpPr>
            <a:spLocks noGrp="1"/>
          </p:cNvSpPr>
          <p:nvPr>
            <p:ph sz="half" idx="14"/>
          </p:nvPr>
        </p:nvSpPr>
        <p:spPr>
          <a:xfrm>
            <a:off x="540000" y="1440000"/>
            <a:ext cx="3960242" cy="4860000"/>
          </a:xfrm>
        </p:spPr>
        <p:txBody>
          <a:bodyPr/>
          <a:lstStyle>
            <a:lvl1pPr>
              <a:defRPr sz="2400"/>
            </a:lvl1pPr>
            <a:lvl2pPr marL="285750" indent="-285750">
              <a:defRPr sz="2000"/>
            </a:lvl2pPr>
            <a:lvl3pPr marL="538163" indent="-228600">
              <a:defRPr sz="1800"/>
            </a:lvl3pPr>
            <a:lvl4pPr marL="804863" indent="-228600">
              <a:defRPr sz="1600"/>
            </a:lvl4pPr>
            <a:lvl5pPr marL="1084263" indent="-228600"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2985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tekst en afbeelding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4499992" cy="676930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 dirty="0" smtClean="0"/>
              <a:t>Click on the pictogram </a:t>
            </a:r>
            <a:r>
              <a:rPr lang="nl-NL" dirty="0" err="1" smtClean="0"/>
              <a:t>to</a:t>
            </a:r>
            <a:r>
              <a:rPr lang="nl-NL" dirty="0" smtClean="0"/>
              <a:t> </a:t>
            </a:r>
            <a:r>
              <a:rPr lang="nl-NL" dirty="0" err="1" smtClean="0"/>
              <a:t>insert</a:t>
            </a:r>
            <a:r>
              <a:rPr lang="nl-NL" dirty="0" smtClean="0"/>
              <a:t> </a:t>
            </a:r>
            <a:r>
              <a:rPr lang="nl-NL" dirty="0" err="1" smtClean="0"/>
              <a:t>an</a:t>
            </a:r>
            <a:r>
              <a:rPr lang="nl-NL" dirty="0" smtClean="0"/>
              <a:t> image</a:t>
            </a:r>
          </a:p>
        </p:txBody>
      </p:sp>
      <p:sp>
        <p:nvSpPr>
          <p:cNvPr id="12" name="Tijdelijke aanduiding voor afbeelding 11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6024562"/>
            <a:ext cx="9162000" cy="8334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nl-BE" dirty="0" smtClean="0"/>
              <a:t>Copy the small bleu </a:t>
            </a:r>
            <a:r>
              <a:rPr lang="nl-BE" dirty="0" err="1" smtClean="0"/>
              <a:t>footer</a:t>
            </a:r>
            <a:r>
              <a:rPr lang="nl-BE" dirty="0" smtClean="0"/>
              <a:t> </a:t>
            </a:r>
            <a:r>
              <a:rPr lang="nl-BE" dirty="0" err="1" smtClean="0"/>
              <a:t>from</a:t>
            </a:r>
            <a:r>
              <a:rPr lang="nl-BE" dirty="0" smtClean="0"/>
              <a:t> </a:t>
            </a:r>
            <a:r>
              <a:rPr lang="nl-BE" dirty="0" err="1" smtClean="0"/>
              <a:t>another</a:t>
            </a:r>
            <a:r>
              <a:rPr lang="nl-BE" dirty="0" smtClean="0"/>
              <a:t> slide </a:t>
            </a:r>
            <a:r>
              <a:rPr lang="nl-BE" dirty="0" err="1" smtClean="0"/>
              <a:t>and</a:t>
            </a:r>
            <a:r>
              <a:rPr lang="nl-BE" dirty="0" smtClean="0"/>
              <a:t> paste </a:t>
            </a:r>
            <a:r>
              <a:rPr lang="nl-BE" dirty="0" err="1" smtClean="0"/>
              <a:t>it</a:t>
            </a:r>
            <a:r>
              <a:rPr lang="nl-BE" dirty="0" smtClean="0"/>
              <a:t> </a:t>
            </a:r>
            <a:r>
              <a:rPr lang="nl-BE" dirty="0" err="1" smtClean="0"/>
              <a:t>here</a:t>
            </a:r>
            <a:r>
              <a:rPr lang="nl-BE" dirty="0" smtClean="0"/>
              <a:t>. Make </a:t>
            </a:r>
            <a:r>
              <a:rPr lang="nl-BE" dirty="0" err="1" smtClean="0"/>
              <a:t>sure</a:t>
            </a:r>
            <a:r>
              <a:rPr lang="nl-BE" dirty="0" smtClean="0"/>
              <a:t> </a:t>
            </a:r>
            <a:r>
              <a:rPr lang="nl-BE" dirty="0" err="1" smtClean="0"/>
              <a:t>that</a:t>
            </a:r>
            <a:r>
              <a:rPr lang="nl-BE" dirty="0" smtClean="0"/>
              <a:t> the picture is </a:t>
            </a:r>
            <a:r>
              <a:rPr lang="nl-BE" dirty="0" err="1" smtClean="0"/>
              <a:t>positioned</a:t>
            </a:r>
            <a:r>
              <a:rPr lang="nl-BE" dirty="0" smtClean="0"/>
              <a:t> </a:t>
            </a:r>
            <a:r>
              <a:rPr lang="nl-BE" dirty="0" err="1" smtClean="0"/>
              <a:t>behind</a:t>
            </a:r>
            <a:r>
              <a:rPr lang="nl-BE" dirty="0" smtClean="0"/>
              <a:t> the </a:t>
            </a:r>
            <a:r>
              <a:rPr lang="nl-BE" dirty="0" err="1" smtClean="0"/>
              <a:t>footer</a:t>
            </a:r>
            <a:r>
              <a:rPr lang="nl-BE" dirty="0" smtClean="0"/>
              <a:t>.</a:t>
            </a:r>
            <a:endParaRPr lang="nl-NL" dirty="0" smtClean="0"/>
          </a:p>
          <a:p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760A7-6202-4C5B-B798-73425609F823}" type="datetime1">
              <a:rPr lang="nl-NL" smtClean="0"/>
              <a:t>29-9-2015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voorbeeldpresentatie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4860000" y="360000"/>
            <a:ext cx="3960000" cy="936105"/>
          </a:xfrm>
        </p:spPr>
        <p:txBody>
          <a:bodyPr/>
          <a:lstStyle/>
          <a:p>
            <a:r>
              <a:rPr lang="nl-NL" smtClean="0"/>
              <a:t>Klik om de stijl te bewerken</a:t>
            </a:r>
            <a:endParaRPr lang="nl-NL" dirty="0"/>
          </a:p>
        </p:txBody>
      </p:sp>
      <p:sp>
        <p:nvSpPr>
          <p:cNvPr id="9" name="Tijdelijke aanduiding voor inhoud 2"/>
          <p:cNvSpPr>
            <a:spLocks noGrp="1"/>
          </p:cNvSpPr>
          <p:nvPr>
            <p:ph sz="half" idx="14"/>
          </p:nvPr>
        </p:nvSpPr>
        <p:spPr>
          <a:xfrm>
            <a:off x="4860000" y="1440000"/>
            <a:ext cx="3960242" cy="4680000"/>
          </a:xfrm>
        </p:spPr>
        <p:txBody>
          <a:bodyPr/>
          <a:lstStyle>
            <a:lvl1pPr>
              <a:defRPr sz="2400"/>
            </a:lvl1pPr>
            <a:lvl2pPr marL="285750" indent="-285750">
              <a:defRPr sz="2000"/>
            </a:lvl2pPr>
            <a:lvl3pPr marL="538163" indent="-228600">
              <a:defRPr sz="1800"/>
            </a:lvl3pPr>
            <a:lvl4pPr marL="804863" indent="-228600">
              <a:defRPr sz="1600"/>
            </a:lvl4pPr>
            <a:lvl5pPr marL="1084263" indent="-228600"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63057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39552" y="116632"/>
            <a:ext cx="8064896" cy="936105"/>
          </a:xfrm>
          <a:prstGeom prst="rect">
            <a:avLst/>
          </a:prstGeom>
        </p:spPr>
        <p:txBody>
          <a:bodyPr vert="horz" lIns="0" tIns="36000" rIns="0" bIns="36000" rtlCol="0" anchor="ctr">
            <a:normAutofit/>
          </a:bodyPr>
          <a:lstStyle/>
          <a:p>
            <a:r>
              <a:rPr lang="nl-NL" noProof="0" smtClean="0"/>
              <a:t>Klik om de stijl te bewerken</a:t>
            </a:r>
            <a:endParaRPr lang="en-GB" noProof="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39552" y="1196976"/>
            <a:ext cx="8064896" cy="4895850"/>
          </a:xfrm>
          <a:prstGeom prst="rect">
            <a:avLst/>
          </a:prstGeom>
        </p:spPr>
        <p:txBody>
          <a:bodyPr vert="horz" lIns="0" tIns="36000" rIns="0" bIns="36000" rtlCol="0">
            <a:noAutofit/>
          </a:bodyPr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en-GB" noProof="0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7236296" y="6327740"/>
            <a:ext cx="1008112" cy="2270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1387B45-9DD3-490C-941E-7E9FB03FF3E2}" type="datetime1">
              <a:rPr lang="nl-NL" smtClean="0"/>
              <a:t>29-9-2015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220072" y="6562118"/>
            <a:ext cx="3024336" cy="2071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nl-NL" smtClean="0"/>
              <a:t>presentation sample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-4356" y="6602881"/>
            <a:ext cx="461556" cy="2572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3B032377-C103-4EFE-98C1-80A6E5A7472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08960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0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64" r:id="rId10"/>
    <p:sldLayoutId id="2147483660" r:id="rId11"/>
    <p:sldLayoutId id="2147483662" r:id="rId12"/>
    <p:sldLayoutId id="2147483663" r:id="rId1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2600" kern="1200">
          <a:solidFill>
            <a:schemeClr val="tx2"/>
          </a:solidFill>
          <a:latin typeface="+mn-lt"/>
          <a:ea typeface="+mn-ea"/>
          <a:cs typeface="+mn-cs"/>
        </a:defRPr>
      </a:lvl1pPr>
      <a:lvl2pPr marL="712788" indent="-285750" algn="l" defTabSz="914400" rtl="0" eaLnBrk="1" latinLnBrk="0" hangingPunct="1">
        <a:spcBef>
          <a:spcPct val="20000"/>
        </a:spcBef>
        <a:buSzPct val="85000"/>
        <a:buFont typeface="Wingdings" panose="05000000000000000000" pitchFamily="2" charset="2"/>
        <a:buChar char="§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84263" indent="-228600" algn="l" defTabSz="914400" rtl="0" eaLnBrk="1" latinLnBrk="0" hangingPunct="1">
        <a:spcBef>
          <a:spcPct val="20000"/>
        </a:spcBef>
        <a:buSzPct val="85000"/>
        <a:buFont typeface="Wingdings" panose="05000000000000000000" pitchFamily="2" charset="2"/>
        <a:buChar char="§"/>
        <a:defRPr sz="2200" kern="1200">
          <a:solidFill>
            <a:schemeClr val="tx2"/>
          </a:solidFill>
          <a:latin typeface="+mn-lt"/>
          <a:ea typeface="+mn-ea"/>
          <a:cs typeface="+mn-cs"/>
        </a:defRPr>
      </a:lvl3pPr>
      <a:lvl4pPr marL="1433513" indent="-228600" algn="l" defTabSz="914400" rtl="0" eaLnBrk="1" latinLnBrk="0" hangingPunct="1">
        <a:spcBef>
          <a:spcPct val="20000"/>
        </a:spcBef>
        <a:buSzPct val="8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797050" indent="-228600" algn="l" defTabSz="914400" rtl="0" eaLnBrk="1" latinLnBrk="0" hangingPunct="1">
        <a:spcBef>
          <a:spcPct val="20000"/>
        </a:spcBef>
        <a:buSzPct val="8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sz="4800" dirty="0"/>
              <a:t>Gedistribueerde Systemen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 smtClean="0"/>
              <a:t>Practica: Administratie en Project voorstelling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94748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Overzicht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Doel</a:t>
            </a:r>
            <a:r>
              <a:rPr lang="nl-BE" dirty="0"/>
              <a:t>: Studie en ontwerp van een gedistribueerd computernetwerk met P2P </a:t>
            </a:r>
            <a:r>
              <a:rPr lang="nl-BE" dirty="0" smtClean="0"/>
              <a:t>kenmerken en automatisch replicatie:</a:t>
            </a:r>
            <a:r>
              <a:rPr lang="nl-BE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nl-BE" b="1" dirty="0">
                <a:solidFill>
                  <a:schemeClr val="accent2">
                    <a:lumMod val="75000"/>
                  </a:schemeClr>
                </a:solidFill>
              </a:rPr>
              <a:t>System </a:t>
            </a:r>
            <a:r>
              <a:rPr lang="nl-BE" b="1" dirty="0" smtClean="0">
                <a:solidFill>
                  <a:schemeClr val="accent2">
                    <a:lumMod val="75000"/>
                  </a:schemeClr>
                </a:solidFill>
              </a:rPr>
              <a:t>Y</a:t>
            </a:r>
          </a:p>
          <a:p>
            <a:endParaRPr lang="nl-BE" b="1" dirty="0"/>
          </a:p>
          <a:p>
            <a:r>
              <a:rPr lang="nl-BE" dirty="0"/>
              <a:t>Evolutieve ontwikkeling</a:t>
            </a:r>
          </a:p>
          <a:p>
            <a:pPr lvl="1"/>
            <a:r>
              <a:rPr lang="nl-BE" dirty="0"/>
              <a:t>in groepjes van </a:t>
            </a:r>
            <a:r>
              <a:rPr lang="nl-BE" dirty="0" smtClean="0"/>
              <a:t>3/4 </a:t>
            </a:r>
            <a:r>
              <a:rPr lang="nl-BE" dirty="0"/>
              <a:t>studenten</a:t>
            </a:r>
          </a:p>
          <a:p>
            <a:pPr lvl="1"/>
            <a:r>
              <a:rPr lang="nl-BE" dirty="0"/>
              <a:t>met </a:t>
            </a:r>
            <a:r>
              <a:rPr lang="nl-BE" dirty="0" smtClean="0"/>
              <a:t>deadlines</a:t>
            </a:r>
          </a:p>
          <a:p>
            <a:pPr lvl="1"/>
            <a:endParaRPr lang="nl-BE" dirty="0"/>
          </a:p>
          <a:p>
            <a:r>
              <a:rPr lang="nl-BE" dirty="0"/>
              <a:t>Evolutieve verslaggeving (Portfolio)</a:t>
            </a: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1662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Evaluatie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per practicum sessie: </a:t>
            </a:r>
          </a:p>
          <a:p>
            <a:pPr lvl="1"/>
            <a:r>
              <a:rPr lang="nl-BE" dirty="0"/>
              <a:t>functionaliteit toevoegen</a:t>
            </a:r>
          </a:p>
          <a:p>
            <a:pPr lvl="1"/>
            <a:r>
              <a:rPr lang="nl-BE" dirty="0"/>
              <a:t>in tweede instantie: aandacht voor “robuustheid” </a:t>
            </a:r>
          </a:p>
          <a:p>
            <a:pPr lvl="1"/>
            <a:r>
              <a:rPr lang="nl-BE" dirty="0"/>
              <a:t>om de </a:t>
            </a:r>
            <a:r>
              <a:rPr lang="nl-BE" dirty="0" smtClean="0">
                <a:solidFill>
                  <a:srgbClr val="FF0000"/>
                </a:solidFill>
              </a:rPr>
              <a:t>2/3</a:t>
            </a:r>
            <a:r>
              <a:rPr lang="nl-BE" dirty="0" smtClean="0"/>
              <a:t> </a:t>
            </a:r>
            <a:r>
              <a:rPr lang="nl-BE" dirty="0"/>
              <a:t>sessies: “check voortuitgang”</a:t>
            </a:r>
          </a:p>
          <a:p>
            <a:r>
              <a:rPr lang="nl-BE" dirty="0"/>
              <a:t>evolutieve verslaggeving</a:t>
            </a:r>
          </a:p>
          <a:p>
            <a:pPr lvl="1"/>
            <a:r>
              <a:rPr lang="nl-BE" dirty="0"/>
              <a:t>status en documentatie per sessie aanvullen</a:t>
            </a:r>
          </a:p>
          <a:p>
            <a:r>
              <a:rPr lang="nl-BE" dirty="0"/>
              <a:t>eindverslag: onder de vorm van portfolio (</a:t>
            </a:r>
            <a:r>
              <a:rPr lang="nl-BE" dirty="0" err="1"/>
              <a:t>cfr</a:t>
            </a:r>
            <a:r>
              <a:rPr lang="nl-BE" dirty="0"/>
              <a:t>.  vorig academiejaar, modaliteiten via BB)</a:t>
            </a: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717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4</a:t>
            </a:fld>
            <a:endParaRPr lang="nl-NL"/>
          </a:p>
        </p:txBody>
      </p:sp>
      <p:sp>
        <p:nvSpPr>
          <p:cNvPr id="7" name="Rechthoek 6"/>
          <p:cNvSpPr/>
          <p:nvPr/>
        </p:nvSpPr>
        <p:spPr>
          <a:xfrm>
            <a:off x="539750" y="642552"/>
            <a:ext cx="7541741" cy="5214551"/>
          </a:xfrm>
          <a:prstGeom prst="rect">
            <a:avLst/>
          </a:prstGeom>
          <a:blipFill>
            <a:blip r:embed="rId2">
              <a:alphaModFix amt="51000"/>
            </a:blip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9750" y="2174499"/>
            <a:ext cx="8064500" cy="1656184"/>
          </a:xfrm>
        </p:spPr>
        <p:txBody>
          <a:bodyPr/>
          <a:lstStyle/>
          <a:p>
            <a:pPr algn="ctr"/>
            <a:r>
              <a:rPr lang="nl-BE" sz="9600" dirty="0" smtClean="0"/>
              <a:t>System Y</a:t>
            </a:r>
            <a:endParaRPr lang="nl-BE" sz="9600" dirty="0"/>
          </a:p>
        </p:txBody>
      </p:sp>
    </p:spTree>
    <p:extLst>
      <p:ext uri="{BB962C8B-B14F-4D97-AF65-F5344CB8AC3E}">
        <p14:creationId xmlns:p14="http://schemas.microsoft.com/office/powerpoint/2010/main" val="2974863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System Y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 smtClean="0"/>
              <a:t>Eigenschappen</a:t>
            </a:r>
          </a:p>
          <a:p>
            <a:pPr marL="457200" indent="-457200">
              <a:buFontTx/>
              <a:buChar char="-"/>
            </a:pPr>
            <a:r>
              <a:rPr lang="nl-BE" dirty="0" smtClean="0"/>
              <a:t>Gedistribueerd file systeem (P2P)</a:t>
            </a:r>
          </a:p>
          <a:p>
            <a:pPr marL="457200" indent="-457200">
              <a:buFontTx/>
              <a:buChar char="-"/>
            </a:pPr>
            <a:r>
              <a:rPr lang="nl-BE" dirty="0" smtClean="0"/>
              <a:t>Virtuele ring topologie</a:t>
            </a:r>
          </a:p>
          <a:p>
            <a:pPr marL="457200" indent="-457200">
              <a:buFontTx/>
              <a:buChar char="-"/>
            </a:pPr>
            <a:r>
              <a:rPr lang="nl-BE" dirty="0" smtClean="0"/>
              <a:t>Dynamische plaatsen van </a:t>
            </a:r>
            <a:r>
              <a:rPr lang="nl-BE" dirty="0" err="1" smtClean="0"/>
              <a:t>nodes</a:t>
            </a:r>
            <a:endParaRPr lang="nl-BE" dirty="0" smtClean="0"/>
          </a:p>
          <a:p>
            <a:pPr marL="457200" indent="-457200">
              <a:buFontTx/>
              <a:buChar char="-"/>
            </a:pPr>
            <a:r>
              <a:rPr lang="nl-BE" dirty="0" smtClean="0"/>
              <a:t>Automatische replicatie </a:t>
            </a:r>
          </a:p>
          <a:p>
            <a:pPr marL="457200" indent="-457200">
              <a:buFontTx/>
              <a:buChar char="-"/>
            </a:pPr>
            <a:r>
              <a:rPr lang="nl-BE" dirty="0" smtClean="0"/>
              <a:t>Load </a:t>
            </a:r>
            <a:r>
              <a:rPr lang="nl-BE" dirty="0" err="1" smtClean="0"/>
              <a:t>balancing</a:t>
            </a:r>
            <a:endParaRPr lang="nl-BE" dirty="0" smtClean="0"/>
          </a:p>
          <a:p>
            <a:pPr marL="457200" indent="-457200">
              <a:buFontTx/>
              <a:buChar char="-"/>
            </a:pPr>
            <a:endParaRPr lang="nl-BE" dirty="0"/>
          </a:p>
          <a:p>
            <a:r>
              <a:rPr lang="nl-BE" b="1" dirty="0" smtClean="0"/>
              <a:t>Doel: </a:t>
            </a:r>
            <a:r>
              <a:rPr lang="nl-BE" dirty="0" smtClean="0"/>
              <a:t>het downloaden van bestanden die aanwezig zijn in het netwerk op verschillende </a:t>
            </a:r>
            <a:r>
              <a:rPr lang="nl-BE" dirty="0" err="1" smtClean="0"/>
              <a:t>nodes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947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System Y: Opstelling</a:t>
            </a:r>
            <a:endParaRPr lang="nl-BE" dirty="0"/>
          </a:p>
        </p:txBody>
      </p:sp>
      <p:pic>
        <p:nvPicPr>
          <p:cNvPr id="5" name="Tijdelijke aanduiding voor inhoud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795" y="1485299"/>
            <a:ext cx="5766410" cy="40917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6</a:t>
            </a:fld>
            <a:endParaRPr lang="nl-NL"/>
          </a:p>
        </p:txBody>
      </p:sp>
      <p:sp>
        <p:nvSpPr>
          <p:cNvPr id="6" name="Ovaal 5"/>
          <p:cNvSpPr/>
          <p:nvPr/>
        </p:nvSpPr>
        <p:spPr>
          <a:xfrm>
            <a:off x="4415481" y="1052738"/>
            <a:ext cx="1845275" cy="183050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Tekstvak 6"/>
          <p:cNvSpPr txBox="1"/>
          <p:nvPr/>
        </p:nvSpPr>
        <p:spPr>
          <a:xfrm>
            <a:off x="5931243" y="889686"/>
            <a:ext cx="861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Node</a:t>
            </a:r>
          </a:p>
        </p:txBody>
      </p:sp>
      <p:sp>
        <p:nvSpPr>
          <p:cNvPr id="8" name="Ovaal 7"/>
          <p:cNvSpPr/>
          <p:nvPr/>
        </p:nvSpPr>
        <p:spPr>
          <a:xfrm>
            <a:off x="1991357" y="1186685"/>
            <a:ext cx="1845275" cy="183050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Tekstvak 8"/>
          <p:cNvSpPr txBox="1"/>
          <p:nvPr/>
        </p:nvSpPr>
        <p:spPr>
          <a:xfrm>
            <a:off x="3507119" y="1023633"/>
            <a:ext cx="1712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400" dirty="0" err="1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Nameserver</a:t>
            </a:r>
            <a:endParaRPr lang="nl-BE" sz="24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88454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  <p:bldP spid="8" grpId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System Y: Replicatie</a:t>
            </a:r>
            <a:endParaRPr lang="nl-BE" dirty="0"/>
          </a:p>
        </p:txBody>
      </p:sp>
      <p:pic>
        <p:nvPicPr>
          <p:cNvPr id="5" name="Tijdelijke aanduiding voor inhoud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846" y="1052737"/>
            <a:ext cx="6584307" cy="48958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7</a:t>
            </a:fld>
            <a:endParaRPr lang="nl-NL"/>
          </a:p>
        </p:txBody>
      </p:sp>
      <p:sp>
        <p:nvSpPr>
          <p:cNvPr id="3" name="TextBox 2"/>
          <p:cNvSpPr txBox="1"/>
          <p:nvPr/>
        </p:nvSpPr>
        <p:spPr>
          <a:xfrm>
            <a:off x="1743740" y="4508204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 smtClean="0"/>
              <a:t>EIGENAAR</a:t>
            </a:r>
            <a:endParaRPr lang="nl-BE" dirty="0"/>
          </a:p>
        </p:txBody>
      </p:sp>
      <p:sp>
        <p:nvSpPr>
          <p:cNvPr id="6" name="Left Bracket 5"/>
          <p:cNvSpPr/>
          <p:nvPr/>
        </p:nvSpPr>
        <p:spPr>
          <a:xfrm>
            <a:off x="1509823" y="3732028"/>
            <a:ext cx="85061" cy="489098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605074" y="4284626"/>
            <a:ext cx="584791" cy="276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515093" y="4029445"/>
            <a:ext cx="440499" cy="531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617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System Y: Discovery </a:t>
            </a:r>
            <a:endParaRPr lang="nl-BE" dirty="0"/>
          </a:p>
        </p:txBody>
      </p:sp>
      <p:pic>
        <p:nvPicPr>
          <p:cNvPr id="5" name="Tijdelijke aanduiding voor inhoud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402" y="1126310"/>
            <a:ext cx="6679195" cy="48958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11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System Y: File Agent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smtClean="0"/>
              <a:t>Lijst van beschikbare bestanden in System 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smtClean="0"/>
              <a:t>Gaat van </a:t>
            </a:r>
            <a:r>
              <a:rPr lang="nl-BE" dirty="0"/>
              <a:t>node naar node zo lang het systeem online </a:t>
            </a:r>
            <a:r>
              <a:rPr lang="nl-BE" dirty="0" err="1"/>
              <a:t>us</a:t>
            </a:r>
            <a:endParaRPr lang="nl-BE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smtClean="0"/>
              <a:t>Update in twee richtingen</a:t>
            </a:r>
          </a:p>
          <a:p>
            <a:pPr lvl="1" indent="0">
              <a:buNone/>
            </a:pP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9</a:t>
            </a:fld>
            <a:endParaRPr lang="nl-NL"/>
          </a:p>
        </p:txBody>
      </p:sp>
      <p:pic>
        <p:nvPicPr>
          <p:cNvPr id="1026" name="Picture 2" descr="http://web.mit.edu/athletics/www/testim/aboutims/afflis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122996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36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System Y: Recovery Agent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smtClean="0"/>
              <a:t>Wordt uitgevoerd als een node verdwenen 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smtClean="0"/>
              <a:t>Gaat 1 keer rond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smtClean="0"/>
              <a:t>Zoekt nieuwe eigenaar van bestanden</a:t>
            </a:r>
          </a:p>
          <a:p>
            <a:pPr lvl="1" indent="0">
              <a:buNone/>
            </a:pP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10</a:t>
            </a:fld>
            <a:endParaRPr lang="nl-NL"/>
          </a:p>
        </p:txBody>
      </p:sp>
      <p:pic>
        <p:nvPicPr>
          <p:cNvPr id="1026" name="Picture 2" descr="http://web.mit.edu/athletics/www/testim/aboutims/afflis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122996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40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System Y: File transfer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r>
              <a:rPr lang="nl-BE" dirty="0" smtClean="0"/>
              <a:t>Node vraagt eigenaar van bestand op aan name server</a:t>
            </a:r>
          </a:p>
          <a:p>
            <a:pPr marL="457200" indent="-457200">
              <a:buFontTx/>
              <a:buChar char="-"/>
            </a:pPr>
            <a:r>
              <a:rPr lang="nl-BE" dirty="0" smtClean="0"/>
              <a:t>Download het bestand van 1 van de beschikbare </a:t>
            </a:r>
            <a:r>
              <a:rPr lang="nl-BE" dirty="0" err="1" smtClean="0"/>
              <a:t>nodes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11</a:t>
            </a:fld>
            <a:endParaRPr lang="nl-NL"/>
          </a:p>
        </p:txBody>
      </p:sp>
      <p:pic>
        <p:nvPicPr>
          <p:cNvPr id="5" name="Tijdelijke aanduiding voor inhoud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745" y="2187853"/>
            <a:ext cx="5822510" cy="43294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7" name="Rechte verbindingslijn met pijl 6"/>
          <p:cNvCxnSpPr/>
          <p:nvPr/>
        </p:nvCxnSpPr>
        <p:spPr>
          <a:xfrm>
            <a:off x="3888828" y="4352555"/>
            <a:ext cx="18498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met pijl 7"/>
          <p:cNvCxnSpPr/>
          <p:nvPr/>
        </p:nvCxnSpPr>
        <p:spPr>
          <a:xfrm>
            <a:off x="4929352" y="3468414"/>
            <a:ext cx="809296" cy="752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kstvak 12"/>
          <p:cNvSpPr txBox="1"/>
          <p:nvPr/>
        </p:nvSpPr>
        <p:spPr>
          <a:xfrm>
            <a:off x="4518525" y="4107835"/>
            <a:ext cx="8779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 dirty="0" smtClean="0"/>
              <a:t>Taak1.docx</a:t>
            </a:r>
            <a:endParaRPr lang="nl-BE" sz="1200" dirty="0"/>
          </a:p>
        </p:txBody>
      </p:sp>
      <p:sp>
        <p:nvSpPr>
          <p:cNvPr id="14" name="Tekstvak 13"/>
          <p:cNvSpPr txBox="1"/>
          <p:nvPr/>
        </p:nvSpPr>
        <p:spPr>
          <a:xfrm rot="2644939">
            <a:off x="5036791" y="3547246"/>
            <a:ext cx="8779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 dirty="0" smtClean="0"/>
              <a:t>Taak1.docx</a:t>
            </a:r>
            <a:endParaRPr lang="nl-BE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4842701" y="373344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 smtClean="0"/>
              <a:t>OF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8282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mtClean="0"/>
              <a:t>System Y: GUI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smtClean="0"/>
              <a:t>De Client krijgt een lijst te zien met alle bestanden</a:t>
            </a:r>
          </a:p>
          <a:p>
            <a:r>
              <a:rPr lang="nl-BE" smtClean="0"/>
              <a:t>Kiest een bestand om te openen/downloaden</a:t>
            </a:r>
          </a:p>
          <a:p>
            <a:r>
              <a:rPr lang="nl-BE" smtClean="0"/>
              <a:t>MVC pattern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pPr/>
              <a:t>12</a:t>
            </a:fld>
            <a:endParaRPr lang="nl-NL"/>
          </a:p>
        </p:txBody>
      </p:sp>
      <p:sp>
        <p:nvSpPr>
          <p:cNvPr id="5" name="Afgeronde rechthoek 4"/>
          <p:cNvSpPr/>
          <p:nvPr/>
        </p:nvSpPr>
        <p:spPr>
          <a:xfrm>
            <a:off x="1949669" y="2936817"/>
            <a:ext cx="5943600" cy="33002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6" name="Afgeronde rechthoek 5"/>
          <p:cNvSpPr/>
          <p:nvPr/>
        </p:nvSpPr>
        <p:spPr>
          <a:xfrm>
            <a:off x="2041634" y="3241615"/>
            <a:ext cx="5767552" cy="287983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nl-BE" sz="2600" dirty="0" smtClean="0">
                <a:solidFill>
                  <a:schemeClr val="tx2"/>
                </a:solidFill>
              </a:rPr>
              <a:t>File1	</a:t>
            </a:r>
            <a:endParaRPr lang="nl-BE" sz="2600" dirty="0">
              <a:solidFill>
                <a:schemeClr val="tx2"/>
              </a:solidFill>
            </a:endParaRPr>
          </a:p>
          <a:p>
            <a:pPr marL="285750" indent="-285750">
              <a:buFontTx/>
              <a:buChar char="-"/>
            </a:pPr>
            <a:r>
              <a:rPr lang="nl-BE" sz="2600" dirty="0">
                <a:solidFill>
                  <a:schemeClr val="tx2"/>
                </a:solidFill>
              </a:rPr>
              <a:t>File2</a:t>
            </a:r>
          </a:p>
          <a:p>
            <a:pPr marL="285750" indent="-285750">
              <a:buFontTx/>
              <a:buChar char="-"/>
            </a:pPr>
            <a:r>
              <a:rPr lang="nl-BE" sz="2600" dirty="0">
                <a:solidFill>
                  <a:schemeClr val="tx2"/>
                </a:solidFill>
              </a:rPr>
              <a:t>File3</a:t>
            </a:r>
          </a:p>
          <a:p>
            <a:pPr marL="285750" indent="-285750">
              <a:buFontTx/>
              <a:buChar char="-"/>
            </a:pPr>
            <a:r>
              <a:rPr lang="nl-BE" sz="2600" dirty="0">
                <a:solidFill>
                  <a:schemeClr val="tx2"/>
                </a:solidFill>
              </a:rPr>
              <a:t>File4</a:t>
            </a:r>
          </a:p>
          <a:p>
            <a:pPr marL="285750" indent="-285750">
              <a:buFontTx/>
              <a:buChar char="-"/>
            </a:pPr>
            <a:r>
              <a:rPr lang="nl-BE" sz="2600" dirty="0">
                <a:solidFill>
                  <a:schemeClr val="tx2"/>
                </a:solidFill>
              </a:rPr>
              <a:t>File5</a:t>
            </a:r>
          </a:p>
          <a:p>
            <a:pPr marL="285750" indent="-285750">
              <a:buFontTx/>
              <a:buChar char="-"/>
            </a:pPr>
            <a:r>
              <a:rPr lang="nl-BE" sz="2600" dirty="0">
                <a:solidFill>
                  <a:schemeClr val="tx2"/>
                </a:solidFill>
              </a:rPr>
              <a:t>…</a:t>
            </a:r>
          </a:p>
        </p:txBody>
      </p:sp>
      <p:sp>
        <p:nvSpPr>
          <p:cNvPr id="7" name="Afgeronde rechthoek 6"/>
          <p:cNvSpPr/>
          <p:nvPr/>
        </p:nvSpPr>
        <p:spPr>
          <a:xfrm>
            <a:off x="3741683" y="3552290"/>
            <a:ext cx="1040524" cy="2680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 smtClean="0"/>
              <a:t>OPEN</a:t>
            </a:r>
            <a:endParaRPr lang="nl-BE" dirty="0"/>
          </a:p>
        </p:txBody>
      </p:sp>
      <p:sp>
        <p:nvSpPr>
          <p:cNvPr id="8" name="Afgeronde rechthoek 7"/>
          <p:cNvSpPr/>
          <p:nvPr/>
        </p:nvSpPr>
        <p:spPr>
          <a:xfrm>
            <a:off x="3741684" y="3928938"/>
            <a:ext cx="1040523" cy="2680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 smtClean="0"/>
              <a:t>OPEN</a:t>
            </a:r>
            <a:endParaRPr lang="nl-BE" dirty="0"/>
          </a:p>
        </p:txBody>
      </p:sp>
      <p:sp>
        <p:nvSpPr>
          <p:cNvPr id="9" name="Afgeronde rechthoek 8"/>
          <p:cNvSpPr/>
          <p:nvPr/>
        </p:nvSpPr>
        <p:spPr>
          <a:xfrm>
            <a:off x="3741682" y="5152186"/>
            <a:ext cx="1040526" cy="2680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 smtClean="0"/>
              <a:t>OPEN</a:t>
            </a:r>
            <a:endParaRPr lang="nl-BE" dirty="0"/>
          </a:p>
        </p:txBody>
      </p:sp>
      <p:sp>
        <p:nvSpPr>
          <p:cNvPr id="10" name="Afgeronde rechthoek 9"/>
          <p:cNvSpPr/>
          <p:nvPr/>
        </p:nvSpPr>
        <p:spPr>
          <a:xfrm>
            <a:off x="3741684" y="4349350"/>
            <a:ext cx="1040524" cy="2680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 smtClean="0"/>
              <a:t>OPEN</a:t>
            </a:r>
            <a:endParaRPr lang="nl-BE" dirty="0"/>
          </a:p>
        </p:txBody>
      </p:sp>
      <p:sp>
        <p:nvSpPr>
          <p:cNvPr id="11" name="Afgeronde rechthoek 10"/>
          <p:cNvSpPr/>
          <p:nvPr/>
        </p:nvSpPr>
        <p:spPr>
          <a:xfrm>
            <a:off x="3741682" y="4750768"/>
            <a:ext cx="1040525" cy="2680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 smtClean="0"/>
              <a:t>OPEN</a:t>
            </a:r>
            <a:endParaRPr lang="nl-BE" dirty="0"/>
          </a:p>
        </p:txBody>
      </p:sp>
      <p:sp>
        <p:nvSpPr>
          <p:cNvPr id="12" name="Afgeronde rechthoek 11"/>
          <p:cNvSpPr/>
          <p:nvPr/>
        </p:nvSpPr>
        <p:spPr>
          <a:xfrm>
            <a:off x="3741680" y="5557756"/>
            <a:ext cx="1040527" cy="2680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 smtClean="0"/>
              <a:t>…</a:t>
            </a:r>
            <a:endParaRPr lang="nl-BE" dirty="0"/>
          </a:p>
        </p:txBody>
      </p:sp>
      <p:pic>
        <p:nvPicPr>
          <p:cNvPr id="2050" name="Picture 2" descr="http://thumb7.shutterstock.com/display_pic_with_logo/299362/190616609/stock-vector-application-software-window-icon-minimize-maximize-close-buttons-of-computer-program-190616609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2" t="2581" r="4468" b="68719"/>
          <a:stretch/>
        </p:blipFill>
        <p:spPr bwMode="auto">
          <a:xfrm>
            <a:off x="6711033" y="2970400"/>
            <a:ext cx="689186" cy="253951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fgeronde rechthoek 14"/>
          <p:cNvSpPr/>
          <p:nvPr/>
        </p:nvSpPr>
        <p:spPr>
          <a:xfrm>
            <a:off x="2512060" y="2947948"/>
            <a:ext cx="1418897" cy="26801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dirty="0" smtClean="0"/>
              <a:t>LOG OUT</a:t>
            </a:r>
            <a:endParaRPr lang="nl-BE" dirty="0"/>
          </a:p>
        </p:txBody>
      </p:sp>
      <p:sp>
        <p:nvSpPr>
          <p:cNvPr id="16" name="Afgeronde rechthoek 15"/>
          <p:cNvSpPr/>
          <p:nvPr/>
        </p:nvSpPr>
        <p:spPr>
          <a:xfrm>
            <a:off x="4827739" y="3552289"/>
            <a:ext cx="918791" cy="2680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 smtClean="0"/>
              <a:t>DELETE</a:t>
            </a:r>
            <a:endParaRPr lang="nl-BE" dirty="0"/>
          </a:p>
        </p:txBody>
      </p:sp>
      <p:sp>
        <p:nvSpPr>
          <p:cNvPr id="17" name="Afgeronde rechthoek 16"/>
          <p:cNvSpPr/>
          <p:nvPr/>
        </p:nvSpPr>
        <p:spPr>
          <a:xfrm>
            <a:off x="5792061" y="3552288"/>
            <a:ext cx="1608157" cy="2680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 smtClean="0"/>
              <a:t>DELETE LOCAL</a:t>
            </a:r>
            <a:endParaRPr lang="nl-BE" dirty="0"/>
          </a:p>
        </p:txBody>
      </p:sp>
      <p:sp>
        <p:nvSpPr>
          <p:cNvPr id="19" name="Afgeronde rechthoek 18"/>
          <p:cNvSpPr/>
          <p:nvPr/>
        </p:nvSpPr>
        <p:spPr>
          <a:xfrm>
            <a:off x="4827738" y="3928937"/>
            <a:ext cx="918791" cy="2680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 smtClean="0"/>
              <a:t>DELETE</a:t>
            </a:r>
            <a:endParaRPr lang="nl-BE" dirty="0"/>
          </a:p>
        </p:txBody>
      </p:sp>
      <p:sp>
        <p:nvSpPr>
          <p:cNvPr id="20" name="Afgeronde rechthoek 19"/>
          <p:cNvSpPr/>
          <p:nvPr/>
        </p:nvSpPr>
        <p:spPr>
          <a:xfrm>
            <a:off x="4827739" y="4355125"/>
            <a:ext cx="918791" cy="2680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 smtClean="0"/>
              <a:t>DELETE</a:t>
            </a:r>
            <a:endParaRPr lang="nl-BE" dirty="0"/>
          </a:p>
        </p:txBody>
      </p:sp>
      <p:sp>
        <p:nvSpPr>
          <p:cNvPr id="21" name="Afgeronde rechthoek 20"/>
          <p:cNvSpPr/>
          <p:nvPr/>
        </p:nvSpPr>
        <p:spPr>
          <a:xfrm>
            <a:off x="4827737" y="4750768"/>
            <a:ext cx="918791" cy="2680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 smtClean="0"/>
              <a:t>DELETE</a:t>
            </a:r>
            <a:endParaRPr lang="nl-BE" dirty="0"/>
          </a:p>
        </p:txBody>
      </p:sp>
      <p:sp>
        <p:nvSpPr>
          <p:cNvPr id="22" name="Afgeronde rechthoek 21"/>
          <p:cNvSpPr/>
          <p:nvPr/>
        </p:nvSpPr>
        <p:spPr>
          <a:xfrm>
            <a:off x="4832561" y="5170577"/>
            <a:ext cx="918791" cy="2682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 smtClean="0"/>
              <a:t>DELETE</a:t>
            </a:r>
            <a:endParaRPr lang="nl-BE" dirty="0"/>
          </a:p>
        </p:txBody>
      </p:sp>
      <p:sp>
        <p:nvSpPr>
          <p:cNvPr id="23" name="Afgeronde rechthoek 22"/>
          <p:cNvSpPr/>
          <p:nvPr/>
        </p:nvSpPr>
        <p:spPr>
          <a:xfrm>
            <a:off x="5792061" y="4356474"/>
            <a:ext cx="1608157" cy="2680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 smtClean="0"/>
              <a:t>DELETE LOCAL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05473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Verder verloop?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 smtClean="0"/>
              <a:t>- Per onderdeel wordt er in het begin van het labo een slides getoond over de details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3358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9552" y="148163"/>
            <a:ext cx="8064896" cy="936105"/>
          </a:xfrm>
        </p:spPr>
        <p:txBody>
          <a:bodyPr/>
          <a:lstStyle/>
          <a:p>
            <a:r>
              <a:rPr lang="nl-BE" dirty="0" smtClean="0"/>
              <a:t>System Y: </a:t>
            </a:r>
            <a:r>
              <a:rPr lang="nl-BE" dirty="0" err="1" smtClean="0"/>
              <a:t>Multithreading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endParaRPr lang="nl-BE" dirty="0" smtClean="0"/>
          </a:p>
          <a:p>
            <a:pPr marL="457200" indent="-457200">
              <a:buFontTx/>
              <a:buChar char="-"/>
            </a:pPr>
            <a:r>
              <a:rPr lang="nl-BE" dirty="0" smtClean="0"/>
              <a:t>Race </a:t>
            </a:r>
            <a:r>
              <a:rPr lang="nl-BE" dirty="0" err="1" smtClean="0"/>
              <a:t>conditions</a:t>
            </a:r>
            <a:r>
              <a:rPr lang="nl-BE" dirty="0" smtClean="0"/>
              <a:t>, deadlocks</a:t>
            </a:r>
            <a:endParaRPr lang="nl-BE" dirty="0"/>
          </a:p>
          <a:p>
            <a:pPr marL="457200" indent="-457200">
              <a:buFontTx/>
              <a:buChar char="-"/>
            </a:pPr>
            <a:endParaRPr lang="nl-BE" dirty="0" smtClean="0"/>
          </a:p>
          <a:p>
            <a:pPr marL="457200" indent="-457200">
              <a:buFontTx/>
              <a:buChar char="-"/>
            </a:pPr>
            <a:endParaRPr lang="nl-BE" dirty="0" smtClean="0"/>
          </a:p>
          <a:p>
            <a:pPr marL="457200" indent="-457200">
              <a:buFontTx/>
              <a:buChar char="-"/>
            </a:pPr>
            <a:endParaRPr lang="nl-BE" dirty="0"/>
          </a:p>
          <a:p>
            <a:pPr marL="457200" indent="-457200">
              <a:buFontTx/>
              <a:buChar char="-"/>
            </a:pPr>
            <a:endParaRPr lang="nl-BE" dirty="0" smtClean="0"/>
          </a:p>
          <a:p>
            <a:r>
              <a:rPr lang="nl-BE" dirty="0" smtClean="0">
                <a:sym typeface="Wingdings" panose="05000000000000000000" pitchFamily="2" charset="2"/>
              </a:rPr>
              <a:t> </a:t>
            </a:r>
            <a:r>
              <a:rPr lang="nl-BE" dirty="0" smtClean="0"/>
              <a:t>Synchronisatie</a:t>
            </a:r>
          </a:p>
          <a:p>
            <a:pPr marL="457200" indent="-457200">
              <a:buFontTx/>
              <a:buChar char="-"/>
            </a:pP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14</a:t>
            </a:fld>
            <a:endParaRPr lang="nl-NL"/>
          </a:p>
        </p:txBody>
      </p:sp>
      <p:pic>
        <p:nvPicPr>
          <p:cNvPr id="1028" name="Picture 4" descr="http://www.cs.fsu.edu/~baker/cop5611.S03/graphics/F6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838" y="1196976"/>
            <a:ext cx="3681610" cy="22058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27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Regels labo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r>
              <a:rPr lang="nl-BE" dirty="0" smtClean="0"/>
              <a:t>Vaste </a:t>
            </a:r>
            <a:r>
              <a:rPr lang="nl-BE" dirty="0" err="1" smtClean="0"/>
              <a:t>PC’s</a:t>
            </a:r>
            <a:r>
              <a:rPr lang="nl-BE" dirty="0" smtClean="0"/>
              <a:t> mogen gebruikt worden</a:t>
            </a:r>
          </a:p>
          <a:p>
            <a:pPr marL="673200" lvl="1" indent="-457200">
              <a:buFontTx/>
              <a:buChar char="-"/>
            </a:pPr>
            <a:r>
              <a:rPr lang="nl-BE" dirty="0" smtClean="0"/>
              <a:t>Blauwe kabel uit patchpaneel verwijderen en dan van patchpaneel naar switch</a:t>
            </a:r>
          </a:p>
          <a:p>
            <a:pPr marL="673200" lvl="1" indent="-457200">
              <a:buFontTx/>
              <a:buChar char="-"/>
            </a:pPr>
            <a:r>
              <a:rPr lang="nl-BE" dirty="0" smtClean="0"/>
              <a:t>Na labo terug steken en </a:t>
            </a:r>
            <a:r>
              <a:rPr lang="nl-BE" dirty="0" err="1" smtClean="0"/>
              <a:t>PC’s</a:t>
            </a:r>
            <a:r>
              <a:rPr lang="nl-BE" dirty="0" smtClean="0"/>
              <a:t> op DHCP zetten</a:t>
            </a:r>
          </a:p>
          <a:p>
            <a:pPr marL="457200" indent="-457200">
              <a:buFontTx/>
              <a:buChar char="-"/>
            </a:pPr>
            <a:r>
              <a:rPr lang="nl-BE" dirty="0" smtClean="0"/>
              <a:t>Switch is ingedeeld in </a:t>
            </a:r>
            <a:r>
              <a:rPr lang="nl-BE" dirty="0" err="1" smtClean="0"/>
              <a:t>VLANs</a:t>
            </a:r>
            <a:endParaRPr lang="nl-BE" dirty="0"/>
          </a:p>
          <a:p>
            <a:pPr marL="673200" lvl="1" indent="-457200">
              <a:buFontTx/>
              <a:buChar char="-"/>
            </a:pPr>
            <a:r>
              <a:rPr lang="nl-BE" dirty="0" smtClean="0"/>
              <a:t>6 poorten </a:t>
            </a:r>
            <a:r>
              <a:rPr lang="nl-BE" smtClean="0"/>
              <a:t>per groep</a:t>
            </a:r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1042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PRACTICUM 1: uitwerking basisconcepten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smtClean="0"/>
              <a:t>SOCKETS UDP/TCP</a:t>
            </a:r>
          </a:p>
          <a:p>
            <a:pPr marL="673200" lvl="1" indent="-457200">
              <a:buFont typeface="Arial" panose="020B0604020202020204" pitchFamily="34" charset="0"/>
              <a:buChar char="•"/>
            </a:pPr>
            <a:r>
              <a:rPr lang="nl-BE" dirty="0" smtClean="0"/>
              <a:t>Client connecteert met server en download bestand</a:t>
            </a:r>
          </a:p>
          <a:p>
            <a:pPr marL="673200" lvl="1" indent="-457200">
              <a:buFont typeface="Arial" panose="020B0604020202020204" pitchFamily="34" charset="0"/>
              <a:buChar char="•"/>
            </a:pPr>
            <a:r>
              <a:rPr lang="nl-BE" dirty="0" smtClean="0"/>
              <a:t>Twee </a:t>
            </a:r>
            <a:r>
              <a:rPr lang="nl-BE" dirty="0" err="1" smtClean="0"/>
              <a:t>Clients</a:t>
            </a:r>
            <a:r>
              <a:rPr lang="nl-BE" dirty="0" smtClean="0"/>
              <a:t> connecteren tegelijk met server en downloaden bestand (</a:t>
            </a:r>
            <a:r>
              <a:rPr lang="nl-BE" dirty="0" err="1" smtClean="0"/>
              <a:t>threads</a:t>
            </a:r>
            <a:r>
              <a:rPr lang="nl-BE" dirty="0" smtClean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trike="sngStrike" dirty="0" smtClean="0"/>
              <a:t>RMI (“Remote Method </a:t>
            </a:r>
            <a:r>
              <a:rPr lang="nl-BE" strike="sngStrike" dirty="0" err="1" smtClean="0"/>
              <a:t>Invocation</a:t>
            </a:r>
            <a:r>
              <a:rPr lang="nl-BE" strike="sngStrike" dirty="0" smtClean="0"/>
              <a:t>)</a:t>
            </a:r>
          </a:p>
          <a:p>
            <a:pPr marL="673200" lvl="1" indent="-457200">
              <a:buFont typeface="Arial" panose="020B0604020202020204" pitchFamily="34" charset="0"/>
              <a:buChar char="•"/>
            </a:pPr>
            <a:r>
              <a:rPr lang="nl-BE" strike="sngStrike" dirty="0" smtClean="0"/>
              <a:t>een methode aanroep  (op de Client) wordt opgevangen door een object, aanwezig op de Server.  </a:t>
            </a:r>
            <a:endParaRPr lang="nl-BE" strike="sngStrik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9635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RMI (Remote Method </a:t>
            </a:r>
            <a:r>
              <a:rPr lang="nl-BE" dirty="0" err="1" smtClean="0"/>
              <a:t>Invocation</a:t>
            </a:r>
            <a:r>
              <a:rPr lang="nl-BE" dirty="0" smtClean="0"/>
              <a:t>)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smtClean="0"/>
              <a:t>Java versie van RPC</a:t>
            </a:r>
          </a:p>
          <a:p>
            <a:endParaRPr lang="nl-BE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smtClean="0"/>
              <a:t>Client roept remote </a:t>
            </a:r>
            <a:r>
              <a:rPr lang="nl-BE" dirty="0" err="1" smtClean="0"/>
              <a:t>method</a:t>
            </a:r>
            <a:r>
              <a:rPr lang="nl-BE" dirty="0" smtClean="0"/>
              <a:t> aan met de input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smtClean="0"/>
              <a:t>Server verwerkt de input en genereerd een return </a:t>
            </a:r>
            <a:r>
              <a:rPr lang="nl-BE" dirty="0" err="1" smtClean="0"/>
              <a:t>value</a:t>
            </a:r>
            <a:endParaRPr lang="nl-BE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smtClean="0"/>
              <a:t>Client krijgt de return </a:t>
            </a:r>
            <a:r>
              <a:rPr lang="nl-BE" dirty="0" err="1" smtClean="0"/>
              <a:t>value</a:t>
            </a:r>
            <a:r>
              <a:rPr lang="nl-BE" dirty="0" smtClean="0"/>
              <a:t> terug</a:t>
            </a: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2377-C103-4EFE-98C1-80A6E5A7472A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58762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CosysLab">
  <a:themeElements>
    <a:clrScheme name="UA">
      <a:dk1>
        <a:sysClr val="windowText" lastClr="000000"/>
      </a:dk1>
      <a:lt1>
        <a:sysClr val="window" lastClr="FFFFFF"/>
      </a:lt1>
      <a:dk2>
        <a:srgbClr val="004466"/>
      </a:dk2>
      <a:lt2>
        <a:srgbClr val="BBCCCC"/>
      </a:lt2>
      <a:accent1>
        <a:srgbClr val="004466"/>
      </a:accent1>
      <a:accent2>
        <a:srgbClr val="881133"/>
      </a:accent2>
      <a:accent3>
        <a:srgbClr val="889999"/>
      </a:accent3>
      <a:accent4>
        <a:srgbClr val="3399CC"/>
      </a:accent4>
      <a:accent5>
        <a:srgbClr val="DD9911"/>
      </a:accent5>
      <a:accent6>
        <a:srgbClr val="AAAA00"/>
      </a:accent6>
      <a:hlink>
        <a:srgbClr val="004466"/>
      </a:hlink>
      <a:folHlink>
        <a:srgbClr val="881133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ysLab" id="{E61F84C5-25A8-4788-AD00-FE8D20334B53}" vid="{596AC0AA-2069-4437-9E33-1603BFBC8011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CosysLab</Template>
  <TotalTime>0</TotalTime>
  <Words>684</Words>
  <Application>Microsoft Office PowerPoint</Application>
  <PresentationFormat>On-screen Show (4:3)</PresentationFormat>
  <Paragraphs>145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CosysLab</vt:lpstr>
      <vt:lpstr>Gedistribueerde Systemen</vt:lpstr>
      <vt:lpstr>Overzicht</vt:lpstr>
      <vt:lpstr>Evaluatie</vt:lpstr>
      <vt:lpstr>System Y</vt:lpstr>
      <vt:lpstr>System Y</vt:lpstr>
      <vt:lpstr>System Y: Opstelling</vt:lpstr>
      <vt:lpstr>System Y: Replicatie</vt:lpstr>
      <vt:lpstr>System Y: Discovery </vt:lpstr>
      <vt:lpstr>System Y: File Agent</vt:lpstr>
      <vt:lpstr>System Y: Recovery Agent</vt:lpstr>
      <vt:lpstr>System Y: File transfer</vt:lpstr>
      <vt:lpstr>System Y: GUI</vt:lpstr>
      <vt:lpstr>Verder verloop?</vt:lpstr>
      <vt:lpstr>System Y: Multithreading</vt:lpstr>
      <vt:lpstr>Regels labo</vt:lpstr>
      <vt:lpstr>PRACTICUM 1: uitwerking basisconcepten</vt:lpstr>
      <vt:lpstr>RMI (Remote Method Invocation)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2014-09-29T12:38:11Z</dcterms:created>
  <dcterms:modified xsi:type="dcterms:W3CDTF">2015-09-29T09:53:40Z</dcterms:modified>
</cp:coreProperties>
</file>